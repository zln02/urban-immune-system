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F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NanumGothic"/>
              </a:rPr>
              <a:t>Urban Immune System — 팀 킥오프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44444"/>
                </a:solidFill>
                <a:latin typeface="NanumGothic"/>
              </a:rPr>
              <a:t>2026-04-15 · 감염병 조기경보 AI · LG전자 DX School 공모전 대상(1등)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🎯 프로젝트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3-Layer 비의료 신호(약국 OTC + 하수 바이오마커 + 검색 트렌드)로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감염병 1~3주 선행 감지 + RAG-LLM 자동 경보 리포트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B2G 납품 지향 — 질병관리청·광역지자체 레퍼런스 확보 목표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기술: TFT + Autoencoder + FastAPI + TimescaleDB + Streamlit/Next.js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📊 현재 완성도 (L1 스켈레톤 ~ L5 프로덕션)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314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모듈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레벨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요약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src/ 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5탭 렌더, 시뮬 데이터, 일부 하드코딩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backend/ FastAPI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placeholder 다수, JWT·감사로그 미구현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pipeline/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Producer 4개, Kafka Consumer 없음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ml/ TFT/AE/RAG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모델 정의만, 체크포인트·서빙 wiring 미완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frontend/ Next.js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컴포넌트 스텁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tests/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trivial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25 pass, 커버리지 낮음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👥 팀 역할 + 담당 모듈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팀원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담당 CLAUDE.md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박진영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PM / ML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ml/, docs/, docs/business/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이경준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backend/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이우형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Data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pipeline/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김나영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src/ (Phase1), frontend/ (Phase2)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박정빈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DevOps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infra/, .github/, tests/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🌿 GitHub 협업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브랜치: main ← develop ← feature/&lt;이니셜&gt;-&lt;작업명&gt;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PR: develop 1인 승인 / main 2인 승인 + 6 CI Job 전부 통과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CODEOWNERS — 모듈별 자동 리뷰어 (.github/CODEOWNERS)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ISSUE/PR 템플릿 (.github/ISSUE_TEMPLATE, pull_request_template)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Commit 접두어: feat / fix / docs / chore / decision / troubleshoot / milestone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🔐 팀원 GitHub 권한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팀원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GitHub Role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주요 권한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박진영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모든 것 (브랜치 보호·Secrets·릴리스)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이경준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Write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자기 feature push / PR 생성·리뷰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이우형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동일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김나영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Write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동일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박정빈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Maintain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Actions 재실행·환경변수·PR merge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⚡ 환경 세팅 3분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ssh wlsdud5035@34.64.124.90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cd ~/urban-immune-system &amp;&amp; git fetch origin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git switch -c feature/&lt;이니셜&gt;-&lt;작업명&gt; origin/develop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cd &lt;모듈&gt; &amp;&amp; claude     ← 배지가 뜨면 성공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상세: docs/meeting-notes/setup-per-role.md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🤖 Claude Code 일상 사용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cd &lt;모듈&gt; &amp;&amp; claude — 해당 CLAUDE.md 자동 로드 + 역할 배지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/commit /review-pr /simplify 내장 Skills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Stop hook: 세션 종료 시 memory + portfolio 자동 기록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Opus 지휘 → Haiku/Sonnet 서브에이전트에 병렬 위임(3개 한도)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📅 캡스톤 발표까지 마일스톤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주차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7 (다음주)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P0 수치 정직성 복구 (F1/MCC/AUPRC 실측)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박진영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P1 멀티 시즌 검증 (2022-23, 2023-24)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박진영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P2 실데이터 E2E (Prefect · DB 적재)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이우형·이경준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9-10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P3 ML 추론 wiring (ml/serve.py · LGBM)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박진영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P4 라이브 대시보드 · 주간 리포트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김나영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B2G 산출물 초안 · 발표 리허설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전원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12 (발표)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데모 스크립트 + 1-click 기동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전원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🏆 1등 진입 3대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(1) 수치 정직성 복구 — README F1/Precision 값이 실제 계산 코드로 재현 가능해야 함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(2) 멀티 시즌 검증 — 2022-23, 2023-24 추가 → 과적합 방어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(3) 라이브 데모 MVP — docker compose 1명령 15분 내 기동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→ 대학 캡스톤 1등 확률 65% → 85% 목표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🔧 기술 스택 변경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제안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파이프라인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Kafka KRaft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Prefect Cloud 무료 (오버엔지니어링 제거)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배포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K8s GKE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Phase1은 Cloud Run / Next.js는 Vercel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TFT 단독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LightGBM 베이스라인 → TFT 단계 승급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벡터 DB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Qdrant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pgvector (TimescaleDB 확장)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</a:rPr>
                        <a:t>직접 구현 or LlamaIndex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🛠 병행 도구 (Claude Code 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GitHub Copilot — 학생 무료, 전원 즉시 활성화 권장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Cursor 무료 티어 (2000 completions/월) — 복잡 멀티파일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Notion — 회의록·API 명세·데이터 계약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Discord + GitHub webhook — 실시간 알림 (Slack 90일 제한 회피)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Figma — Phase2 UI 설계 · Otter.ai — 회의 자동 전사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🧠 포트폴리오 자동 메모리 (신규)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docs/portfolio/ — timeline / decisions / troubleshooting / milestones / retrospectives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Stop hook 이 세션 종료 시 timeline.md 에 자동 append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커밋 접두어로 자동 분류: decision:/troubleshoot:/milestone: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캡스톤 발표 때 portfolio.html 시연 → 시행착오·결정 과정 심사자에게 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✅ 오늘 액션 아이템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박진영: Collaborator 4명 초대 + Secrets 7개 등록 + Branch protection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전원: 초대 수락 → SSH 접속 → cd &lt;모듈&gt; &amp;&amp; claude 테스트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박정빈: Frontend Lint CI 수정 (package-lock.json 이미 생성됨)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박진영: P0 성능 측정 노트북 착수 (D+7 데드라인)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전원: GitHub Copilot 학생 인증 (education.github.com)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전원: decision: 또는 troubleshoot: 접두어 커밋 1건씩 체험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B"/>
                </a:solidFill>
                <a:latin typeface="NanumGothic"/>
              </a:rPr>
              <a:t>💬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444"/>
                </a:solidFill>
                <a:latin typeface="NanumGothic"/>
              </a:rPr>
              <a:t>• 자유 질문 / 역할 조정 / 기술 스택 합의</a:t>
            </a:r>
          </a:p>
          <a:p>
            <a:r>
              <a:rPr sz="1800" b="0">
                <a:solidFill>
                  <a:srgbClr val="444444"/>
                </a:solidFill>
                <a:latin typeface="NanumGothic"/>
              </a:rPr>
              <a:t>• 다음 정기 회의 시간 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