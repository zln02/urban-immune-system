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F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NanumGothic"/>
              </a:rPr>
              <a:t>팀 GitHub 협업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444444"/>
                </a:solidFill>
                <a:latin typeface="NanumGothic"/>
              </a:rPr>
              <a:t>2026-04-28 (W18) 팀 회의 · 박진영 · 첫 PR 1건씩 목표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D5B"/>
                </a:solidFill>
                <a:latin typeface="NanumGothic"/>
              </a:rPr>
              <a:t>🎯 오늘 회의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36576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44444"/>
                </a:solidFill>
                <a:latin typeface="NanumGothic"/>
              </a:rPr>
              <a:t>• 팀원 4명(이경준·이우형·김나영·박정빈) 첫 PR 생성 완주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현재 '박진영 원맨쇼 ' → '5인 협업' 전환점 만들기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이번 주(W18) 안에 PR 4건 open, 최소 1건 머지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캡스톤 1등 진입은 실 커밋 증거 필수 — 교수님이 GitHub 기여 그래프 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D5B"/>
                </a:solidFill>
                <a:latin typeface="NanumGothic"/>
              </a:rPr>
              <a:t>📊 현 상태 진단 (솔직)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36576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18457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NanumGothic"/>
                        </a:rPr>
                        <a:t>항목</a:t>
                      </a:r>
                    </a:p>
                  </a:txBody>
                  <a:tcPr>
                    <a:solidFill>
                      <a:srgbClr val="1F2D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NanumGothic"/>
                        </a:rPr>
                        <a:t>상태</a:t>
                      </a:r>
                    </a:p>
                  </a:txBody>
                  <a:tcPr>
                    <a:solidFill>
                      <a:srgbClr val="1F2D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NanumGothic"/>
                        </a:rPr>
                        <a:t>조치</a:t>
                      </a:r>
                    </a:p>
                  </a:txBody>
                  <a:tcPr>
                    <a:solidFill>
                      <a:srgbClr val="1F2D5B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NanumGothic"/>
                        </a:rPr>
                        <a:t>Collaborator 초대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NanumGothic"/>
                        </a:rPr>
                        <a:t>3/5 (김나영·박정빈 미초대)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NanumGothic"/>
                        </a:rPr>
                        <a:t>박진영 오늘 웹 UI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NanumGothic"/>
                        </a:rPr>
                        <a:t>Branch Protection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NanumGothic"/>
                        </a:rPr>
                        <a:t>🔴 main/develop 둘 다 없음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NanumGothic"/>
                        </a:rPr>
                        <a:t>박정빈 이슈 #6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NanumGothic"/>
                        </a:rPr>
                        <a:t>열린 이슈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NanumGothic"/>
                        </a:rPr>
                        <a:t>4건 (#3~6, 각 팀원 1개씩)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NanumGothic"/>
                        </a:rPr>
                        <a:t>팀원 각자 assigne 확인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NanumGothic"/>
                        </a:rPr>
                        <a:t>팀원 실 커밋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NanumGothic"/>
                        </a:rPr>
                        <a:t>W17 0건 · W18 목표 4건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NanumGothic"/>
                        </a:rPr>
                        <a:t>오늘 첫 PR 시작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NanumGothic"/>
                        </a:rPr>
                        <a:t>Secrets (API 키)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NanumGothic"/>
                        </a:rPr>
                        <a:t>미등록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NanumGothic"/>
                        </a:rPr>
                        <a:t>박진영 Settings→Secrets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NanumGothic"/>
                        </a:rPr>
                        <a:t>CI 상태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NanumGothic"/>
                        </a:rPr>
                        <a:t>🟢 11/11 green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NanumGothic"/>
                        </a:rPr>
                        <a:t>유지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D5B"/>
                </a:solidFill>
                <a:latin typeface="NanumGothic"/>
              </a:rPr>
              <a:t>👤 팀원별 첫 이슈 (박진영이 미리 생성)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36576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10058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NanumGothic"/>
                        </a:rPr>
                        <a:t>담당</a:t>
                      </a:r>
                    </a:p>
                  </a:txBody>
                  <a:tcPr>
                    <a:solidFill>
                      <a:srgbClr val="1F2D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NanumGothic"/>
                        </a:rPr>
                        <a:t>이슈</a:t>
                      </a:r>
                    </a:p>
                  </a:txBody>
                  <a:tcPr>
                    <a:solidFill>
                      <a:srgbClr val="1F2D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NanumGothic"/>
                        </a:rPr>
                        <a:t>난이도</a:t>
                      </a:r>
                    </a:p>
                  </a:txBody>
                  <a:tcPr>
                    <a:solidFill>
                      <a:srgbClr val="1F2D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NanumGothic"/>
                        </a:rPr>
                        <a:t>시간</a:t>
                      </a:r>
                    </a:p>
                  </a:txBody>
                  <a:tcPr>
                    <a:solidFill>
                      <a:srgbClr val="1F2D5B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NanumGothic"/>
                        </a:rPr>
                        <a:t>이경준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NanumGothic"/>
                        </a:rPr>
                        <a:t>#3 signals.py 실 DB 쿼리 활성화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NanumGothic"/>
                        </a:rPr>
                        <a:t>🟡 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NanumGothic"/>
                        </a:rPr>
                        <a:t>3-4h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NanumGothic"/>
                        </a:rPr>
                        <a:t>이우형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NanumGothic"/>
                        </a:rPr>
                        <a:t>#4 Kafka Consumer 구현 (critical)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NanumGothic"/>
                        </a:rPr>
                        <a:t>🟡 중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NanumGothic"/>
                        </a:rPr>
                        <a:t>4-6h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NanumGothic"/>
                        </a:rPr>
                        <a:t>김나영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NanumGothic"/>
                        </a:rPr>
                        <a:t>#5 validation 탭 + PDF 다운로드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NanumGothic"/>
                        </a:rPr>
                        <a:t>🟢 쉬움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NanumGothic"/>
                        </a:rPr>
                        <a:t>2-3h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NanumGothic"/>
                        </a:rPr>
                        <a:t>박정빈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NanumGothic"/>
                        </a:rPr>
                        <a:t>#6 Branch Protection + Dependabot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NanumGothic"/>
                        </a:rPr>
                        <a:t>🟢 쉬움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44444"/>
                          </a:solidFill>
                          <a:latin typeface="NanumGothic"/>
                        </a:rPr>
                        <a:t>2h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D5B"/>
                </a:solidFill>
                <a:latin typeface="NanumGothic"/>
              </a:rPr>
              <a:t>🚀 첫 PR 만드는 법 (5단계, 전원 공통)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36576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44444"/>
                </a:solidFill>
                <a:latin typeface="NanumGothic"/>
              </a:rPr>
              <a:t>순서대로 실행. Claude Code가 도와줌.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10972800" cy="4389120"/>
          </a:xfrm>
          <a:prstGeom prst="rect">
            <a:avLst/>
          </a:prstGeom>
          <a:solidFill>
            <a:srgbClr val="20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E5E9F0"/>
                </a:solidFill>
                <a:latin typeface="NanumGothic"/>
              </a:rPr>
              <a:t># 1) 최신 develop 동기화</a:t>
            </a:r>
          </a:p>
          <a:p>
            <a:r>
              <a:rPr sz="1400" b="0">
                <a:solidFill>
                  <a:srgbClr val="E5E9F0"/>
                </a:solidFill>
                <a:latin typeface="NanumGothic"/>
              </a:rPr>
              <a:t>cd ~/urban-immune-system</a:t>
            </a:r>
          </a:p>
          <a:p>
            <a:r>
              <a:rPr sz="1400" b="0">
                <a:solidFill>
                  <a:srgbClr val="E5E9F0"/>
                </a:solidFill>
                <a:latin typeface="NanumGothic"/>
              </a:rPr>
              <a:t>git fetch origin &amp;&amp; git checkout develop &amp;&amp; git pull</a:t>
            </a:r>
          </a:p>
          <a:p/>
          <a:p>
            <a:r>
              <a:rPr sz="1400" b="0">
                <a:solidFill>
                  <a:srgbClr val="E5E9F0"/>
                </a:solidFill>
                <a:latin typeface="NanumGothic"/>
              </a:rPr>
              <a:t># 2) 자기 feature 브랜치 (이니셜-작업명)</a:t>
            </a:r>
          </a:p>
          <a:p>
            <a:r>
              <a:rPr sz="1400" b="0">
                <a:solidFill>
                  <a:srgbClr val="E5E9F0"/>
                </a:solidFill>
                <a:latin typeface="NanumGothic"/>
              </a:rPr>
              <a:t>git switch -c feature/ljn-signals-db-query origin/develop</a:t>
            </a:r>
          </a:p>
          <a:p>
            <a:r>
              <a:rPr sz="1400" b="0">
                <a:solidFill>
                  <a:srgbClr val="E5E9F0"/>
                </a:solidFill>
                <a:latin typeface="NanumGothic"/>
              </a:rPr>
              <a:t># 예: feature/lwh-kafka-consumer / feature/nyk-pdf-download / feature/pjb-branch-protection</a:t>
            </a:r>
          </a:p>
          <a:p/>
          <a:p>
            <a:r>
              <a:rPr sz="1400" b="0">
                <a:solidFill>
                  <a:srgbClr val="E5E9F0"/>
                </a:solidFill>
                <a:latin typeface="NanumGothic"/>
              </a:rPr>
              <a:t># 3) Claude 에게 도움 요청</a:t>
            </a:r>
          </a:p>
          <a:p>
            <a:r>
              <a:rPr sz="1400" b="0">
                <a:solidFill>
                  <a:srgbClr val="E5E9F0"/>
                </a:solidFill>
                <a:latin typeface="NanumGothic"/>
              </a:rPr>
              <a:t>cd backend &amp;&amp; claude</a:t>
            </a:r>
          </a:p>
          <a:p>
            <a:r>
              <a:rPr sz="1400" b="0">
                <a:solidFill>
                  <a:srgbClr val="E5E9F0"/>
                </a:solidFill>
                <a:latin typeface="NanumGothic"/>
              </a:rPr>
              <a:t># 그 다음 Claude 에게: "이슈 #3 내용대로 signals.py 실 DB 쿼리 붙여줘"</a:t>
            </a:r>
          </a:p>
          <a:p/>
          <a:p>
            <a:r>
              <a:rPr sz="1400" b="0">
                <a:solidFill>
                  <a:srgbClr val="E5E9F0"/>
                </a:solidFill>
                <a:latin typeface="NanumGothic"/>
              </a:rPr>
              <a:t># 4) 로컬 검증</a:t>
            </a:r>
          </a:p>
          <a:p>
            <a:r>
              <a:rPr sz="1400" b="0">
                <a:solidFill>
                  <a:srgbClr val="E5E9F0"/>
                </a:solidFill>
                <a:latin typeface="NanumGothic"/>
              </a:rPr>
              <a:t>pytest tests/ -q</a:t>
            </a:r>
          </a:p>
          <a:p>
            <a:r>
              <a:rPr sz="1400" b="0">
                <a:solidFill>
                  <a:srgbClr val="E5E9F0"/>
                </a:solidFill>
                <a:latin typeface="NanumGothic"/>
              </a:rPr>
              <a:t>ruff check .</a:t>
            </a:r>
          </a:p>
          <a:p/>
          <a:p>
            <a:r>
              <a:rPr sz="1400" b="0">
                <a:solidFill>
                  <a:srgbClr val="E5E9F0"/>
                </a:solidFill>
                <a:latin typeface="NanumGothic"/>
              </a:rPr>
              <a:t># 5) 커밋 + PR</a:t>
            </a:r>
          </a:p>
          <a:p>
            <a:r>
              <a:rPr sz="1400" b="0">
                <a:solidFill>
                  <a:srgbClr val="E5E9F0"/>
                </a:solidFill>
                <a:latin typeface="NanumGothic"/>
              </a:rPr>
              <a:t>git add -A</a:t>
            </a:r>
          </a:p>
          <a:p>
            <a:r>
              <a:rPr sz="1400" b="0">
                <a:solidFill>
                  <a:srgbClr val="E5E9F0"/>
                </a:solidFill>
                <a:latin typeface="NanumGothic"/>
              </a:rPr>
              <a:t>git commit -m "feat(backend): signals/latest 실 DB 쿼리 (closes #3)"</a:t>
            </a:r>
          </a:p>
          <a:p>
            <a:r>
              <a:rPr sz="1400" b="0">
                <a:solidFill>
                  <a:srgbClr val="E5E9F0"/>
                </a:solidFill>
                <a:latin typeface="NanumGothic"/>
              </a:rPr>
              <a:t>git push -u origin feature/ljn-signals-db-query</a:t>
            </a:r>
          </a:p>
          <a:p>
            <a:r>
              <a:rPr sz="1400" b="0">
                <a:solidFill>
                  <a:srgbClr val="E5E9F0"/>
                </a:solidFill>
                <a:latin typeface="NanumGothic"/>
              </a:rPr>
              <a:t>gh pr create --base develop --fill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D5B"/>
                </a:solidFill>
                <a:latin typeface="NanumGothic"/>
              </a:rPr>
              <a:t>📋 PR 체크리스트 (템플릿 자동 뜸)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36576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44444"/>
                </a:solidFill>
                <a:latin typeface="NanumGothic"/>
              </a:rPr>
              <a:t>• [ ] pytest tests/ 통과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[ ] ruff lint 통과 (해당 모듈)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[ ] 타입 힌트 추가 (public 함수)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[ ] SQL 파라미터 바인딩 사용 ($1, :param) — ISMS-P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[ ] CORS '*' 없음, 기본 비밀번호 없음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[ ] API 키·토큰 로그 마스킹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[ ] 영향받는 docs/business/ 검토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D5B"/>
                </a:solidFill>
                <a:latin typeface="NanumGothic"/>
              </a:rPr>
              <a:t>🤝 리뷰 에티켓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36576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44444"/>
                </a:solidFill>
                <a:latin typeface="NanumGothic"/>
              </a:rPr>
              <a:t>• 24시간 내 응답 (급하면 Discord 재촉)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nit: 접두어는 머지 블록 아님 (개선 제안만)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suggestion: 접두어는 대안 코드 제시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LGTM 만 쓰지 말고 '왜 승인하는지 한 줄' 남기기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자기 PR 은 자기가 머지, 승인은 반드시 타인이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develop PR = CODEOWNER 1인 / main PR = CODEOWNER + 박진영 2인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D5B"/>
                </a:solidFill>
                <a:latin typeface="NanumGothic"/>
              </a:rPr>
              <a:t>📝 주간 일지 작성 (매주 일요일 22시 KST)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36576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44444"/>
                </a:solidFill>
                <a:latin typeface="NanumGothic"/>
              </a:rPr>
              <a:t>• cp docs/weekly-reports/_template.md docs/weekly-reports/2026-W18/&lt;이름&gt;.md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템플릿 7개 섹션 채우기 (이번 주 한 일·어려움·다음 주·지표·링크·KPT·협업)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본인 feature 브랜치에 함께 커밋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박진영 월요일 오전: /weekly-report W18 → SUMMARY 자동 병합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스코어보드: python scripts/update_scoreboard.py W18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D5B"/>
                </a:solidFill>
                <a:latin typeface="NanumGothic"/>
              </a:rPr>
              <a:t>🏆 기여도 스코어보드 (게이미피케이션)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36576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44444"/>
                </a:solidFill>
                <a:latin typeface="NanumGothic"/>
              </a:rPr>
              <a:t>• 총점 = 커밋×1 + PR머지×5 + PR리뷰×2 + 테스트LoC/10 + 이슈×1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1위 → 다음 정기회의 아젠다 선택권 (15분 본인 주제 먼저)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2주 연속 1위 → 박진영이 팀 저녁 결제 1회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3회 연속 하위권 → 박진영·박정빈 1:1 블로커 제거 미팅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매주 월요일 오전 업데이트, docs/weekly-reports/scoreboard.md 확인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D5B"/>
                </a:solidFill>
                <a:latin typeface="NanumGothic"/>
              </a:rPr>
              <a:t>🚨 자주 겪는 문제 FAQ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36576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44444"/>
                </a:solidFill>
                <a:latin typeface="NanumGothic"/>
              </a:rPr>
              <a:t>• Q. claude 명령 없음 → npm install -g @anthropic-ai/claude-code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Q. git push 인증 에러 → gh auth login --web + gh auth setup-git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Q. venv 이상 → rm -rf .venv &amp;&amp; python3.11 -m venv .venv &amp;&amp; pip install -e '.[all,dev]'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Q. Docker 스택 멈춤 → sudo docker compose up -d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Q. 내 모듈 외 수정 필요 → Discord #uis-dev 에 담당자 멘션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Q. pytest 실패 → pytest -v --tb=short 로 스택 확인 or 박정빈 호출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Q. CI 계속 실패 → PR Checks 탭 로그 보고, ruff check --fix 가 많은 해결책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D5B"/>
                </a:solidFill>
                <a:latin typeface="NanumGothic"/>
              </a:rPr>
              <a:t>🔴 박진영 오늘 회의 전 30분 할 일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36576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44444"/>
                </a:solidFill>
                <a:latin typeface="NanumGothic"/>
              </a:rPr>
              <a:t>• (1) 김나영·박정빈 GitHub 계정으로 Collaborator 초대 (Settings &gt; Access)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(2) dsadsa2311245 계정이 누구인지 팀에 확인 → CODEOWNERS 갱신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(3) Branch Protection 설정 (main 2인 승인, develop 1인 승인)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(4) Secrets 7개 등록 (네이버·KMA·OpenAI·Anthropic·GCP)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(5) 팀에 Discord 링크 공유: collaboration-guide.md + 본인 이슈 번호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D5B"/>
                </a:solidFill>
                <a:latin typeface="NanumGothic"/>
              </a:rPr>
              <a:t>✅ W18 성공 조건 (이번 주 달성 목표)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36576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44444"/>
                </a:solidFill>
                <a:latin typeface="NanumGothic"/>
              </a:rPr>
              <a:t>• [ ] 팀원 4명 SSH 접속 + cd &lt;module&gt; &amp;&amp; claude 배지 확인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[ ] 팀원 4명 각자 PR 1건 open (이슈 #3-6)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[ ] 최소 1건 develop 머지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[ ] 팀원 4명 각자 주간 일지 작성 (docs/weekly-reports/2026-W18/)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[ ] Branch Protection main·develop 활성화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[ ] 스코어보드 W18 첫 집계 (python scripts/update_scoreboard.py W18)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D5B"/>
                </a:solidFill>
                <a:latin typeface="NanumGothic"/>
              </a:rPr>
              <a:t>🔗 참고 링크 (오늘 꼭 읽기)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36576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44444"/>
                </a:solidFill>
                <a:latin typeface="NanumGothic"/>
              </a:rPr>
              <a:t>• docs/collaboration-guide.md — 이 가이드 원본 (상세)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docs/meeting-notes/setup-per-role.md — 팀원별 CLI 가이드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docs/meeting-notes/2026-04-15_팀킥오프.pdf — 킥오프 자료 (복습)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GitHub 이슈 #3-6 — 각자 본인 이슈 클릭 → 스펙 확인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https://github.com/zln02/urban-immune-system/pull/2 — 현재 PR (참고)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D5B"/>
                </a:solidFill>
                <a:latin typeface="NanumGothic"/>
              </a:rPr>
              <a:t>💬 Q&amp;A + 다음 주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36576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44444"/>
                </a:solidFill>
                <a:latin typeface="NanumGothic"/>
              </a:rPr>
              <a:t>• 질문 · 이해 안 되는 부분 다 물어볼 것 (부끄러워 말고)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블로커 있으면 바로 Discord #uis-help — Claude 에게 먼저, 그래도 안 되면 팀원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다음 회의: W19 월요일 (이번 주 성과 리뷰 + 스코어보드 공개)</a:t>
            </a:r>
          </a:p>
          <a:p>
            <a:r>
              <a:rPr sz="1600" b="0">
                <a:solidFill>
                  <a:srgbClr val="444444"/>
                </a:solidFill>
                <a:latin typeface="NanumGothic"/>
              </a:rPr>
              <a:t>• 캡스톤 중간발표 D-9 (4/30) — 오늘이 골든타임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